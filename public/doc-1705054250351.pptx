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embeddedFontLst>
    <p:embeddedFont>
      <p:font typeface="Montserrat Light"/>
      <p:regular r:id="rId8"/>
      <p:bold r:id="rId9"/>
      <p:italic r:id="rId10"/>
      <p:boldItalic r:id="rId11"/>
    </p:embeddedFont>
    <p:embeddedFont>
      <p:font typeface="Helvetica Neue"/>
      <p:regular r:id="rId12"/>
      <p:bold r:id="rId13"/>
      <p:italic r:id="rId14"/>
      <p:boldItalic r:id="rId15"/>
    </p:embeddedFont>
    <p:embeddedFont>
      <p:font typeface="Montserrat ExtraBold"/>
      <p:bold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font" Target="fonts/MontserratLight-boldItalic.fntdata"/><Relationship Id="rId10" Type="http://schemas.openxmlformats.org/officeDocument/2006/relationships/font" Target="fonts/MontserratLight-italic.fntdata"/><Relationship Id="rId21" Type="http://schemas.openxmlformats.org/officeDocument/2006/relationships/font" Target="fonts/HelveticaNeueLight-boldItalic.fntdata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ontserratLight-bold.fntdata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7" Type="http://schemas.openxmlformats.org/officeDocument/2006/relationships/font" Target="fonts/MontserratExtraBold-boldItalic.fntdata"/><Relationship Id="rId16" Type="http://schemas.openxmlformats.org/officeDocument/2006/relationships/font" Target="fonts/MontserratExtraBold-bold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font" Target="fonts/Montserra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"/>
            <a:ext cx="9144000" cy="514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2302050" y="1223201"/>
            <a:ext cx="4539900" cy="26970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699000" y="911700"/>
            <a:ext cx="2020800" cy="3327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844325" y="805325"/>
            <a:ext cx="2250300" cy="3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◦"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6436624" y="805325"/>
            <a:ext cx="2250300" cy="3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◦"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99000" y="911700"/>
            <a:ext cx="2020800" cy="3327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b="0" i="0" sz="2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44325" y="805326"/>
            <a:ext cx="4842600" cy="3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b="0" i="0" sz="22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hyperlink" Target="https://www.freepptbackgrounds.net/" TargetMode="External"/><Relationship Id="rId5" Type="http://schemas.openxmlformats.org/officeDocument/2006/relationships/hyperlink" Target="http://www.freepptbackgrounds.net/about-us" TargetMode="External"/><Relationship Id="rId6" Type="http://schemas.openxmlformats.org/officeDocument/2006/relationships/hyperlink" Target="https://www.freepptbackgrounds.net/privacy-polic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://www.freepptbackgrounds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ctrTitle"/>
          </p:nvPr>
        </p:nvSpPr>
        <p:spPr>
          <a:xfrm>
            <a:off x="2925590" y="1351632"/>
            <a:ext cx="3292820" cy="2047659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1C40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YOUR </a:t>
            </a:r>
            <a:br>
              <a:rPr lang="en">
                <a:solidFill>
                  <a:srgbClr val="1C405D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>
                <a:solidFill>
                  <a:srgbClr val="1C40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TITLE</a:t>
            </a:r>
            <a:endParaRPr b="1">
              <a:solidFill>
                <a:srgbClr val="1C405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2664" y="4103634"/>
            <a:ext cx="1776051" cy="737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1566139" y="227721"/>
            <a:ext cx="3805646" cy="96208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400">
                <a:solidFill>
                  <a:srgbClr val="1C40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INSTRUCTIONS FOR USE</a:t>
            </a:r>
            <a:endParaRPr sz="2400">
              <a:solidFill>
                <a:srgbClr val="1C405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72471" y="1392413"/>
            <a:ext cx="3365811" cy="2358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EDIT IN GOOGLE SLIDES</a:t>
            </a:r>
            <a:endParaRPr b="1"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Click on the button under the presentation preview that says "Use as Google Slides Theme".</a:t>
            </a:r>
            <a:endParaRPr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 will get a copy of this document on your Google Drive and will be able to edit, add or delete slides.</a:t>
            </a:r>
            <a:endParaRPr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 have to be signed in to your Google account.</a:t>
            </a:r>
            <a:endParaRPr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915770" y="1392413"/>
            <a:ext cx="3096491" cy="32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EDIT IN POWERPOINT®</a:t>
            </a:r>
            <a:endParaRPr b="1"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Click on the button under the presentation preview that says "Download as PowerPoint template". You will get a .pptx file that you can edit in PowerPoint. </a:t>
            </a:r>
            <a:endParaRPr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Presentation design slide</a:t>
            </a:r>
            <a:r>
              <a:rPr lang="en" sz="12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2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>
            <p:ph idx="4294967295" type="body"/>
          </p:nvPr>
        </p:nvSpPr>
        <p:spPr>
          <a:xfrm>
            <a:off x="2131739" y="4203098"/>
            <a:ext cx="6474379" cy="54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0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More info on how to use this template at </a:t>
            </a:r>
            <a:r>
              <a:rPr lang="en" sz="1000" u="sng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/>
              </a:rPr>
              <a:t>www.freepptbackgrounds.net/about-us </a:t>
            </a:r>
            <a:br>
              <a:rPr lang="en" sz="1000" u="sng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br>
              <a:rPr lang="en" sz="1000" u="sng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" sz="10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This template is free to use under </a:t>
            </a:r>
            <a:r>
              <a:rPr lang="en" sz="1000" u="sng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6"/>
              </a:rPr>
              <a:t>Creative Commons Attribution license</a:t>
            </a:r>
            <a:r>
              <a:rPr lang="en" sz="10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 </a:t>
            </a:r>
            <a:br>
              <a:rPr lang="en" sz="10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" sz="1000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 can keep the Credits slide or mention Free PPT Backgrounds.net and other resources used in a slide footer.</a:t>
            </a:r>
            <a:endParaRPr sz="1000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0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/>
          <p:nvPr>
            <p:ph idx="4294967295" type="ctrTitle"/>
          </p:nvPr>
        </p:nvSpPr>
        <p:spPr>
          <a:xfrm>
            <a:off x="3989701" y="759680"/>
            <a:ext cx="2961409" cy="1168626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7"/>
          <p:cNvSpPr txBox="1"/>
          <p:nvPr>
            <p:ph idx="4294967295" type="subTitle"/>
          </p:nvPr>
        </p:nvSpPr>
        <p:spPr>
          <a:xfrm>
            <a:off x="4081851" y="1788628"/>
            <a:ext cx="5196824" cy="229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None/>
            </a:pPr>
            <a:r>
              <a:rPr b="0" i="0" lang="en" sz="2400" u="none" cap="none" strike="noStrike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Any questions?</a:t>
            </a:r>
            <a:endParaRPr b="0" i="0" sz="2400" u="none" cap="none" strike="noStrike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None/>
            </a:pPr>
            <a:r>
              <a:rPr b="0" i="0" lang="en" sz="1600" u="none" cap="none" strike="noStrike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Please visit our website </a:t>
            </a:r>
            <a:r>
              <a:rPr b="0" i="0" lang="en" sz="1600" u="sng" cap="none" strike="noStrik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freepptbackgrounds.net</a:t>
            </a:r>
            <a:endParaRPr b="0" i="0" sz="1600" u="none" cap="none" strike="noStrike">
              <a:solidFill>
                <a:srgbClr val="1C405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None/>
            </a:pPr>
            <a:r>
              <a:rPr b="0" i="0" lang="en" sz="1600" u="none" cap="none" strike="noStrike">
                <a:solidFill>
                  <a:srgbClr val="1C405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We have thousands of presentation files for you.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None/>
            </a:pPr>
            <a:r>
              <a:t/>
            </a:r>
            <a:endParaRPr b="1" i="0" sz="1600" u="none" cap="none" strike="noStrike">
              <a:solidFill>
                <a:srgbClr val="4C4C4C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Light"/>
              <a:buNone/>
            </a:pPr>
            <a:r>
              <a:rPr b="1" i="0" lang="en" sz="1600" u="none" cap="none" strike="noStrike">
                <a:solidFill>
                  <a:srgbClr val="1C405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Select the one you want.</a:t>
            </a:r>
            <a:endParaRPr b="1" i="0" sz="1600" u="none" cap="none" strike="noStrike">
              <a:solidFill>
                <a:srgbClr val="1C405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